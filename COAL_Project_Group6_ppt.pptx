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5" r:id="rId6"/>
    <p:sldId id="263" r:id="rId7"/>
    <p:sldId id="260" r:id="rId8"/>
    <p:sldId id="261" r:id="rId9"/>
    <p:sldId id="262" r:id="rId10"/>
    <p:sldId id="264" r:id="rId11"/>
    <p:sldId id="265" r:id="rId12"/>
    <p:sldId id="266" r:id="rId13"/>
    <p:sldId id="273" r:id="rId14"/>
    <p:sldId id="267" r:id="rId15"/>
    <p:sldId id="268" r:id="rId16"/>
    <p:sldId id="269" r:id="rId17"/>
    <p:sldId id="270" r:id="rId18"/>
    <p:sldId id="271" r:id="rId19"/>
    <p:sldId id="274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5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30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1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8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1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93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4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7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7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9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54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67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30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56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94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98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4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BC14B10-F1CA-4AB4-B2C1-85ED86F77BAD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31590F3-B464-4954-859A-669B68B84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8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Encryption &amp; Decryption System Using Assembly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Caesar Cipher &amp; ROT13 Hybrid Cipher</a:t>
            </a:r>
          </a:p>
        </p:txBody>
      </p:sp>
    </p:spTree>
    <p:extLst>
      <p:ext uri="{BB962C8B-B14F-4D97-AF65-F5344CB8AC3E}">
        <p14:creationId xmlns:p14="http://schemas.microsoft.com/office/powerpoint/2010/main" val="312114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901" y="2603500"/>
            <a:ext cx="8825659" cy="341630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is increasingly important in modern systems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helps protect data from unauthorized access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encryption and decryption using x86 Assembly Language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Caesar Cipher and ROT13 Hybrid Cipher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DOS interrupts (INT 21h) and low-level programming techniques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menu-driven interface for user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330200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Caesar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Caesar Cipher is a substitution cipher where each character is shifted by a fixed key value.</a:t>
            </a:r>
          </a:p>
          <a:p>
            <a:pPr marL="0" indent="0">
              <a:buNone/>
            </a:pPr>
            <a:r>
              <a:rPr lang="en-US" b="1" dirty="0"/>
              <a:t>Features:</a:t>
            </a:r>
          </a:p>
          <a:p>
            <a:r>
              <a:rPr lang="en-US" dirty="0"/>
              <a:t>Supports uppercase letters (A–Z)</a:t>
            </a:r>
          </a:p>
          <a:p>
            <a:r>
              <a:rPr lang="en-US" dirty="0"/>
              <a:t>Supports lowercase letters (a–z)</a:t>
            </a:r>
          </a:p>
          <a:p>
            <a:r>
              <a:rPr lang="en-US" dirty="0"/>
              <a:t>Non-alphabetic characters remain unchanged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2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46871" y="1123154"/>
            <a:ext cx="6032421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marR="0" indent="45720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kern="1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Encrypted Char = (Original Char + </a:t>
            </a:r>
            <a:r>
              <a:rPr lang="en-US" b="1" kern="1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Key)mod </a:t>
            </a:r>
            <a:r>
              <a:rPr lang="en-US" b="1" kern="1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26.</a:t>
            </a:r>
            <a:endParaRPr lang="en-US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054" name="Picture 6" descr="Caesar Cipher Encryp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098" y="1926925"/>
            <a:ext cx="9116448" cy="427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791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85721" y="1107717"/>
            <a:ext cx="43717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Original=(Encrypted−Key+26)mod26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97" y="1738007"/>
            <a:ext cx="9077863" cy="369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62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29217" y="453118"/>
            <a:ext cx="10362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Menu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442" y="604443"/>
            <a:ext cx="7248477" cy="607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72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2902" y="228649"/>
            <a:ext cx="14237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152" y="628759"/>
            <a:ext cx="6473228" cy="598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7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18" y="577110"/>
            <a:ext cx="8658929" cy="592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86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579" y="652271"/>
            <a:ext cx="9183866" cy="540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5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3609" y="301958"/>
            <a:ext cx="1547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Decryption</a:t>
            </a: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827" y="702068"/>
            <a:ext cx="7607739" cy="587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4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67" y="192211"/>
            <a:ext cx="7066753" cy="654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8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2" y="1256248"/>
            <a:ext cx="9779511" cy="420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06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840" y="597529"/>
            <a:ext cx="5084133" cy="40507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840" y="4648301"/>
            <a:ext cx="5084408" cy="17253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0845" y="597529"/>
            <a:ext cx="10310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Output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79502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ROT13 </a:t>
            </a:r>
            <a:r>
              <a:rPr lang="en-US" b="1" dirty="0"/>
              <a:t>Cipher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ROT13 Hybrid Cipher is implemented using bitwise operations instead of simple character substitution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two reversible techniques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XOR operation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hybrid approach increases complexity compared to classical ROT13.</a:t>
            </a:r>
          </a:p>
        </p:txBody>
      </p:sp>
    </p:spTree>
    <p:extLst>
      <p:ext uri="{BB962C8B-B14F-4D97-AF65-F5344CB8AC3E}">
        <p14:creationId xmlns:p14="http://schemas.microsoft.com/office/powerpoint/2010/main" val="949559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86060" y="464919"/>
            <a:ext cx="1268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 AL, 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86060" y="938366"/>
            <a:ext cx="1534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XOR AL, 13h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Free Code Camp Bonfire Solution - Caesar's Ciph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96" y="1411813"/>
            <a:ext cx="7810500" cy="490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627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2057" y="700310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422" y="801289"/>
            <a:ext cx="6532730" cy="563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39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8721" y="311011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316" y="680343"/>
            <a:ext cx="6677957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01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792" y="743717"/>
            <a:ext cx="7383525" cy="540358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3151" y="374385"/>
            <a:ext cx="1412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Decryption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1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2868" y="564508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403" y="1403466"/>
            <a:ext cx="7177090" cy="447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00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implements an encryption and decryption system using x86 Assembly Language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cryptographic techniques, including the Caesar Cipher and ROT13 Hybrid Cipher, were implemented and tested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DOS interrupts (INT 21h) enabled efficient handling of user input and output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menu-driven structure improved usability and program flow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ROT13 Hybrid Cipher showed how bitwise operations (ROL, ROR, XOR) can enhance encryption complexity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strengthened understanding of assembly language programming and basic cryptographic principles.</a:t>
            </a:r>
          </a:p>
        </p:txBody>
      </p:sp>
    </p:spTree>
    <p:extLst>
      <p:ext uri="{BB962C8B-B14F-4D97-AF65-F5344CB8AC3E}">
        <p14:creationId xmlns:p14="http://schemas.microsoft.com/office/powerpoint/2010/main" val="377482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2235</TotalTime>
  <Words>271</Words>
  <Application>Microsoft Office PowerPoint</Application>
  <PresentationFormat>Widescreen</PresentationFormat>
  <Paragraphs>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Times New Roman</vt:lpstr>
      <vt:lpstr>Wingdings 3</vt:lpstr>
      <vt:lpstr>Ion Boardroom</vt:lpstr>
      <vt:lpstr>Encryption &amp; Decryption System Using Assembly Language</vt:lpstr>
      <vt:lpstr>Introduction</vt:lpstr>
      <vt:lpstr>Caesar Cipher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ROT13 Cipher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HTC</dc:creator>
  <cp:lastModifiedBy>HTC</cp:lastModifiedBy>
  <cp:revision>18</cp:revision>
  <dcterms:created xsi:type="dcterms:W3CDTF">2025-12-21T15:18:38Z</dcterms:created>
  <dcterms:modified xsi:type="dcterms:W3CDTF">2025-12-23T06:38:01Z</dcterms:modified>
</cp:coreProperties>
</file>